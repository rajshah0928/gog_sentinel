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>
                <a:solidFill>
                  <a:srgbClr val="E6EDF5"/>
                </a:solidFill>
                <a:latin typeface="Inter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3B82F6"/>
                </a:solidFill>
                <a:latin typeface="Inter"/>
              </a:rPr>
              <a:t>Unified Viewing &amp; Metadata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9FB0C6"/>
                </a:solidFill>
                <a:latin typeface="Consolas"/>
              </a:rPr>
              <a:t>Gujarat Police Innovation Challenge 2026  ·  Model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C6B86"/>
                </a:solidFill>
                <a:latin typeface="Consolas"/>
              </a:rPr>
              <a:t>Built by RuVision Thinking Labs</a:t>
            </a:r>
          </a:p>
        </p:txBody>
      </p:sp>
      <p:sp>
        <p:nvSpPr>
          <p:cNvPr id="8" name="Oval 7"/>
          <p:cNvSpPr/>
          <p:nvPr/>
        </p:nvSpPr>
        <p:spPr>
          <a:xfrm>
            <a:off x="5989320" y="2148840"/>
            <a:ext cx="146304" cy="14630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26 Government Departments operate independent CCTV systems — different vendors, VMS platforms, storage architectures, and retention periods (7 to 15+ days).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Central command centres must access these feeds through multiple separate viewer systems — no single pane of glass.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High-value law-enforcement databases already exist and are digitized — VAHAN (vehicle registration), eGujCop / CCTNS (stolen vehicles, wanted persons), AFIS / NAFIS — but they are siloed from live video.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Result: no automated, real-time correlation between what a camera sees and what these databases already know.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SOLUTION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Model 2 — Unified Viewing &amp; Metadata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Direct RTSP / ONVIF / vendor-API connection to each camera or VMS.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No middleware or federation layer introduced.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Departmental VMS and storage systems remain completely untouched and continue operating independently.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4297680" cy="438912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6916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82F6"/>
                </a:solidFill>
                <a:latin typeface="Consolas"/>
              </a:rPr>
              <a:t>WHY MODEL 2, NOT 3/4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794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26 departments' VMS/storage diversity makes a federation layer a multi-department program — not a hackathon-timeline build.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Delivers exactly the two capabilities the evaluation tests: live unified view + AI vehicle tracing.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Lowest integration risk: zero dependency on any department changing its systems.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End-to-End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0847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9FB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Departmental
CCTV / VMS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2487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8519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Capture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0159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6191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ANPR
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7831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863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Watchlist &amp;
Alerting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5503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71535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Route
Reconstruction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3175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19207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Unified
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9FB0C6"/>
                </a:solidFill>
                <a:latin typeface="Inter"/>
              </a:rPr>
              <a:t>No video is ever centrally stored — only structured detection metadata (plate text, camera, timestamp, confidence).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663440"/>
            <a:ext cx="8503920" cy="137160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484632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Capture: TCP-forced RTSP, PTS-derived timing, exponential-backoff reconnect.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Analytics: YOLO plate detector + PaddleOCR, CPU-only, configurable sample rate.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Storage: SQLite metadata log (schema-compatible upgrade path to PostgreSQL).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ENGINEERING — PROVEN, NOT JUST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Live Stream Ingestion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TCP-forced RTSP, PTS-derived timing (never wall-clock or declared FPS), exponential backoff reconnect.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Tolerant of decoder warm-up noise and mixed H.264 / H.265 codecs — confirmed live on the sandbox grid.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Camera inventory always pulled live from the gateway catalogue — zero hardcoded camera 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10881360" cy="265176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2C55E"/>
                </a:solidFill>
                <a:latin typeface="Consolas"/>
              </a:rPr>
              <a:t>VALIDATED AGAINST THE LIVE 30-CAMERA 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Found and fixed a real cross-thread cv2.VideoCapture segfault during load testing — a genuine stability bug, not a hypothetical one.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Confirmed automatic reconnect/recovery after a forced restart.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Ran a clean, multi-camera, multi-hour unattended session: zero crashes, zero unwanted reconnects, 480+ real detections logged.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AI-POWERED VIDEO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Finding — and Fixing — the Plate-Legibility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99032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Most sandbox cameras are wide-angle overhead junction cams — genuinely not plate-resolvable at distance. An honest finding, not a failure.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50008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3172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Went back to the camera catalogue's own display names and found a toll-plaza camera ("Tollnaka") — camera metadata, not just camera count, was the actionable signal.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82696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6440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On that camera's legible plate crop, our first OCR engine (EasyOCR) capped at ~0.3 confidence after heavy tuning. Swapping to PaddleOCR on the identical crop, no other change: 0.87 confidence.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1538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97096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Even then the real pipeline still failed — root cause was our own bounding-box crop clipping characters. Fixed by padding the detector's box 75% of its own size, verified against real detector output.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14807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2978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Result over a multi-hour unattended run: 480+ detections above threshold across three independently-confirmed cameras — full plausible Indian plates, not fragments (e.g. GJ05AU9828 at 0.96 confidence).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AI ANALYTICS — LIVE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Detection Feed: Watch the AI Working in Real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tection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63040"/>
            <a:ext cx="10149840" cy="5119924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005840" y="663782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crop + real annotated frame (bounding box drawn by the detector) for two different live-detected vehicles — not staged.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WATCHLIST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Real-Time Alerting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Every OCR read — not sampled after the fact — is normalized and matched immediately.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Two-pass matching: exact + OCR-confusion-aware pass (0/O, 1/I, 5/S, 8/B, 2/Z), then fuzzy-similarity fallback.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A match writes an alert with camera, plate, PTS timestamp, confidence, and matched entry — visible on the dashboard within seconds, no manual refresh.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Designed to plug into VAHAN / eGujCop-CCTNS as the real watchlist source in production; a representative watchlist is used for this demo, as explicitly permitted.</a:t>
            </a:r>
          </a:p>
        </p:txBody>
      </p:sp>
      <p:pic>
        <p:nvPicPr>
          <p:cNvPr id="8" name="Picture 7" descr="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23560" cy="2657770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989320" y="4175674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watchlist match — 100% confidence, real plate crop, real timestamp.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THE EVALUATION'S CORE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Vehicle Route Reconstruction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Given a plate, returns every (camera, location, timestamp) detection in chronological order.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Verified: one real vehicle detected 4 times within 16 seconds, correctly linked across OCR readings of BV2807 and 8V2807 — the confusion-variant matching fix, found via this exact data.</a:t>
            </a:r>
          </a:p>
        </p:txBody>
      </p:sp>
      <p:pic>
        <p:nvPicPr>
          <p:cNvPr id="8" name="Picture 7" descr="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17320"/>
            <a:ext cx="5623560" cy="2830847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989320" y="4303031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search result — visual timeline with plate crop.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49039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1A1408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0B"/>
                </a:solidFill>
                <a:latin typeface="Consolas"/>
              </a:rPr>
              <a:t>HONEST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9FB0C6"/>
                </a:solidFill>
                <a:latin typeface="Inter"/>
              </a:rPr>
              <a:t>▸ Three cameras independently confirmed ANPR-viable, ran simultaneously for hours, 480+ real detections.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9FB0C6"/>
                </a:solidFill>
                <a:latin typeface="Inter"/>
              </a:rPr>
              <a:t>▸ Comprehensive exact + confusion-variant check: no same-plate sighting across two different cameras yet — real traffic timing and this sandbox's camera mix, not a code limitation.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UNIFIED CONTROL-ROOM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mera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5394960" cy="2732658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420484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Camera grid — live thumbnails, last-seen plate per camera.</a:t>
            </a:r>
          </a:p>
        </p:txBody>
      </p:sp>
      <p:pic>
        <p:nvPicPr>
          <p:cNvPr id="9" name="Picture 8" descr="watch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417320"/>
            <a:ext cx="5394960" cy="2732658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72200" y="420484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Watchlist administration.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7335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6733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OpenCV + FFmpeg backend (Python)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7744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9631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963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Ultralytics YOLO — pretrained, CPU-only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1927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OCR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PaddleOCR (PP-OCRv6)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4223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1422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SQLite (pilot); schema-compatible path to PostgreSQL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9651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9651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Streamlit, custom dark theme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FB0C6"/>
                </a:solidFill>
                <a:latin typeface="Inter"/>
              </a:rPr>
              <a:t>No GPU, no external message bus required at this scale — deliberately minimal-dependency for fast, reliable deployment.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PATH TO STATEWIDE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Scalability, Security &amp;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Horizontal scale-out: independent capture/ANPR workers, sharded by camera set — no component assumes a single-machine camera count.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Edge pre-filtering + GPU/accelerator path is the realistic route to ~80,000-camera scale; this prototype's frame-sampling and confidence knobs are exactly what moves to edge-side config.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Credentials never logged (verified in code); consume-only design — never pushes to or controls any gateway.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No department's existing VMS, storage, or retention policy is touched.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RBAC, audit logging, and TLS-everywhere are the production hardening path beyond this prototype.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EXPECTED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Operational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Single pane of glass across departments — without a multi-year federation program.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Automated, continuous watchlist correlation — proactive alerting instead of manual after-the-fact video review.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Fast, low-risk path to statewide expansion: same architecture, more camera shards, no redesign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HONEST ABOUT CURRENT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What's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Face Recognition (FRS) and other analytics — explicitly out of scope for this build, bonus territory.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Live VAHAN / eGujCop integration — currently a representative demo watchlist, as explicitly permitted by the challenge rules.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Edge deployment pilot for bandwidth-constrained districts.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E6EDF5"/>
                </a:solidFill>
                <a:latin typeface="Inte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3B82F6"/>
                </a:solidFill>
                <a:latin typeface="Inter"/>
              </a:rPr>
              <a:t>SENTINEL — Unified Viewing &amp; Metadata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